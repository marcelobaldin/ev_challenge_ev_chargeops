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Plataforma de Gestão Compartilhada de Recarga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B4B4B4"/>
                </a:solidFill>
              </a:defRPr>
            </a:pPr>
            <a:r>
              <a:t>Challenge FIAP + GoodWe 2026</a:t>
            </a: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Ciências da Computação - 1º Ano Online</a:t>
            </a:r>
          </a:p>
          <a:p>
            <a:pPr algn="ctr">
              <a:defRPr sz="1000">
                <a:solidFill>
                  <a:srgbClr val="B4B4B4"/>
                </a:solidFill>
              </a:defRPr>
            </a:pP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 Problema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Crescimento de EVs em condomínios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O aumento acelerado de veículos elétricos exige regras claras, rateio justo e análise de consumo contínua.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Sem gestão = conflito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Quem paga pela energia? Como dividir o uso dos carregadores? Como evitar sobrecarga na rede elétrica?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Solução: EV ChargeOps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Transforma cada sessão de recarga em dados estruturados e inteligência acionável para gestão do condomínio.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Requisitos do Challenge (Online)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Transformar solução residencial em coletiva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Estruturação de sessões de recarga</a:t>
            </a:r>
            <a:br/>
            <a:r>
              <a:t>por usuário ou unidade habitacional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9184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Processamento de consumo individual</a:t>
            </a:r>
            <a:br/>
            <a:r>
              <a:t>para cobrança automática da unidade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9184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Gerenciamento inteligente com</a:t>
            </a:r>
            <a:br/>
            <a:r>
              <a:t>interface usuário + gestão condomínio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Arquitetura Híbrida de 3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2296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DIGITAL</a:t>
            </a:r>
            <a:br/>
            <a:r>
              <a:t>Regras de Controle | Motor de IA |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74720"/>
            <a:ext cx="82296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DE CONECTIVIDADE</a:t>
            </a:r>
            <a:br/>
            <a:r>
              <a:t>Rede / Internet (LAN + Wi-Fi + OCPP)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46320"/>
            <a:ext cx="82296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FÍSICA</a:t>
            </a:r>
            <a:br/>
            <a:r>
              <a:t>GoodWe HCA G2 (IP66) | Modbus TCP | RFID | DPS III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Os 4 Pilares do EV ChargeOps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Gestão de Uso</a:t>
            </a:r>
            <a:br/>
            <a:br/>
            <a:r>
              <a:t>Sessões por usuário/unidade</a:t>
            </a:r>
            <a:br/>
            <a:r>
              <a:t>Autenticação RFID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Gerenciamento de Recarga</a:t>
            </a:r>
            <a:br/>
            <a:br/>
            <a:r>
              <a:t>Regras compartilhadas</a:t>
            </a:r>
            <a:br/>
            <a:r>
              <a:t>Horários otimizados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Rateio e Faturamento</a:t>
            </a:r>
            <a:br/>
            <a:br/>
            <a:r>
              <a:t>Consumo individual (kWh)</a:t>
            </a:r>
            <a:br/>
            <a:r>
              <a:t>Cobrança automática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Visualização e Interação</a:t>
            </a:r>
            <a:br/>
            <a:br/>
            <a:r>
              <a:t>Painéis gerenciais</a:t>
            </a:r>
            <a:br/>
            <a:r>
              <a:t>Insights para moradores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Motor de IA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como infraestrutura lógica - não uma feature extra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27432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Interpretação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Decodificação de eventos de sessão</a:t>
            </a:r>
            <a:br/>
            <a:r>
              <a:t>em tempo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27432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Preditividade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Previsão de demanda e</a:t>
            </a:r>
            <a:br/>
            <a:r>
              <a:t>necessidade de expansão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2743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Precificação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Tarifa dinâmica baseada</a:t>
            </a:r>
            <a:br/>
            <a:r>
              <a:t>no horário (ANEEL)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2743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Conversação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Síndico Virtual (NLP)</a:t>
            </a:r>
            <a:br/>
            <a:r>
              <a:t>Dados -&gt; orientações simples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Modos de Carregamento HCA G2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5 modos reais do hardware GoodWe (Modbus reg 10032)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21031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Rápido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Potência nominal</a:t>
            </a:r>
            <a:br/>
            <a:r>
              <a:t>Rede + PV + Bateria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79" y="2286000"/>
            <a:ext cx="21031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Prioridade Solar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Apenas excedente</a:t>
            </a:r>
            <a:br/>
            <a:r>
              <a:t>fotovoltaico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286000"/>
            <a:ext cx="21031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PV + Bateria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Solar + armazenamento</a:t>
            </a:r>
            <a:br/>
            <a:r>
              <a:t>combinados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19" y="2286000"/>
            <a:ext cx="2103120" cy="3200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Agendamento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Recarga programada</a:t>
            </a:r>
            <a:br/>
            <a:r>
              <a:t>por horário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2286000"/>
            <a:ext cx="21031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DLM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Controle dinâmico</a:t>
            </a:r>
            <a:br/>
            <a:r>
              <a:t>vs. disjuntor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Integrações do Ecossistema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GoodWe Modbus TCP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Registradores Modbus reais do HCA G2.</a:t>
            </a:r>
            <a:br/>
            <a:r>
              <a:t>Regs 10000-30015: status, V, A, kW, modos.</a:t>
            </a:r>
            <a:br/>
            <a:r>
              <a:t>OCPP 1.6J + DLM + 5 modos de carga.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Open Charge Map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Mapa público de eletropostos.</a:t>
            </a:r>
            <a:br/>
            <a:r>
              <a:t>Busca pontos próximos por GPS.</a:t>
            </a:r>
            <a:br/>
            <a:r>
              <a:t>Cruzamento infraestrutura privada x pública.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Google Places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Localização de pontos de recarga.</a:t>
            </a:r>
            <a:br/>
            <a:r>
              <a:t>Rating, fotos, horário de funcionamento.</a:t>
            </a:r>
            <a:br/>
            <a:r>
              <a:t>Alternativas quando carregadores ocupados.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Síndico Virtual (NLP)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Agente conversacional inteligente.</a:t>
            </a:r>
            <a:br/>
            <a:r>
              <a:t>Traduz dados técnicos em linguagem simples.</a:t>
            </a:r>
            <a:br/>
            <a:r>
              <a:t>Consumo, faturas, horários, anomalias.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Precificação Dinâmica (ANEEL)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Tarifas calculadas automaticamente pelo Motor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Fora 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22h - 17h + Fins de semana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R$ 0,85/kWh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Tarifa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2926080" cy="3200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Intermediária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17h-18h e 21h-22h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R$ 1,02/kWh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292608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18h-21h (dias úteis)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R$ 1,28/kWh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+50%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Diário de Energia (kWh)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di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por Unidade Habitacional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por_un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Sessões por Horário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hor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Custos por Tarifa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tari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Evolução Acumulada de Custos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Resultados da Simulação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30 dias de operação simulada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173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Sessões de Recarga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0040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6626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Energia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0040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R$ 5954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Custo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200400" cy="182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38.3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Média/Sessão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572000"/>
            <a:ext cx="3200400" cy="182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8/8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Unidades Ativas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200400" cy="182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ESTAVEL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Tendência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Base Regulatória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Exploração Comercial Livre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Resolução Normativa 1.000/2021</a:t>
            </a:r>
            <a:br/>
            <a:br/>
            <a:r>
              <a:t>Recarga pública e comercial pode operar com</a:t>
            </a:r>
            <a:br/>
            <a:r>
              <a:t>preços livremente negociados. Viabiliza o</a:t>
            </a:r>
            <a:br/>
            <a:r>
              <a:t>modelo de tarifação dinâmica do EV ChargeOps.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Interoperabilidade Obrigatória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- Padrões Abertos</a:t>
            </a:r>
            <a:br/>
            <a:br/>
            <a:r>
              <a:t>Equipamentos de uso compartilhado devem</a:t>
            </a:r>
            <a:br/>
            <a:r>
              <a:t>usar protocolos abertos (OCPP) para</a:t>
            </a:r>
            <a:br/>
            <a:r>
              <a:t>controle remoto. Justifica a arquitetura OCPP.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Uso de IA no Contexto do Software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estrutura a proposta - não é um penduricalho de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Motor de IA integrado ao núcleo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 IA opera em 4 dimensões (Interpretação, Preditividade, Precificação, Conversação) como camada lógica central, não como feature isolada.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Detecção de anomalias por desvio estatístico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Identifica sessões com consumo fora do padrão (&gt;2 desvios) e alerta sobre veículos abandonados ou equipamento com falha.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Síndico Virtual com NLP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Agente conversacional que traduz dados brutos em orientações gerenciais simples. Classificação de intenções por palavras-chave.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Previsão de demanda e expansão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Média móvel + tendência para projetar consumo futuro e recomendar instalação de carregadores adicionais antes da sobrecarga.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Entregáveis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Arquitetura Funcional: </a:t>
            </a:r>
            <a:r>
              <a:rPr sz="1500">
                <a:solidFill>
                  <a:srgbClr val="282828"/>
                </a:solidFill>
              </a:rPr>
              <a:t>Lógica clara de entradas e saídas de dados (Data Flow). 3 camadas: Física + Conectividade + Digital.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IA Integrada: </a:t>
            </a:r>
            <a:r>
              <a:rPr sz="1500">
                <a:solidFill>
                  <a:srgbClr val="282828"/>
                </a:solidFill>
              </a:rPr>
              <a:t>Motor lógico com 4 funções: interpretar, prever, precificar e conversar. Síndico Virtual NLP.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Aderência ao Contexto: </a:t>
            </a:r>
            <a:r>
              <a:rPr sz="1500">
                <a:solidFill>
                  <a:srgbClr val="282828"/>
                </a:solidFill>
              </a:rPr>
              <a:t>Solução sob medida para condomínios utilizando o ecossistema GoodWe/FIAP (HCA G2 + OCPP).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40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Visão de Produto Real: </a:t>
            </a:r>
            <a:r>
              <a:rPr sz="1500">
                <a:solidFill>
                  <a:srgbClr val="282828"/>
                </a:solidFill>
              </a:rPr>
              <a:t>Resolve problema regulatório (ANEEL) e operacional (rateio justo) existente hoje em condomínios.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spcBef>
                <a:spcPts val="1600"/>
              </a:spcBef>
              <a:defRPr sz="2200">
                <a:solidFill>
                  <a:srgbClr val="C8C8C8"/>
                </a:solidFill>
              </a:defRPr>
            </a:pPr>
            <a:r>
              <a:t>Gestão inteligente de recarga para condomínios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5720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B4B4B4"/>
                </a:solidFill>
              </a:defRPr>
            </a:pPr>
            <a:r>
              <a:t>FIAP + GoodWe | Challenge 2026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