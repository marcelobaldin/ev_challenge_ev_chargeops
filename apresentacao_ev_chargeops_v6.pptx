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200">
                <a:solidFill>
                  <a:srgbClr val="C8C8C8"/>
                </a:solidFill>
              </a:defRPr>
            </a:pPr>
            <a:r>
              <a:t>Sprint 02 — prototipo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79476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Enterprise Challenge 2026 — GoodWe + FIAP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Grupo 22  ·  Marcelo Bastianello Baldin  ·  RM568746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Pitch presencial de 3 minutos  ·  prazo 13/10/2026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O problema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Carregador compartilhado, conta sem dono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72800" cy="960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 sessao por unidade, ninguem audita o kWh.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39"/>
            <a:ext cx="10972800" cy="960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 tarifa horaria, ponta e fora ponta pagam igual.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0972800" cy="960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 rateio, ou todos subsidiam, ou a administradora nao cobra.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972800" cy="960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 previsao, o sindico so reage quando a fila ja existe.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A solucao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Tres camadas da Sprint 01, agora no prototipo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123444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DIGITAL</a:t>
            </a:r>
            <a:br/>
            <a:r>
              <a:t>Sessoes · Rateio + 5% · Motor IA 4D · 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46120"/>
            <a:ext cx="9418320" cy="123444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CONECTIVIDADE</a:t>
            </a:r>
            <a:br/>
            <a:r>
              <a:t>RFID → inicio → Modbus → encerramento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663440"/>
            <a:ext cx="9418320" cy="123444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FISICA (simulada)</a:t>
            </a:r>
            <a:br/>
            <a:r>
              <a:t>GoodWe HCA G2  7 / 11 / 22 kW   mapa 10000–30015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Logica central: o rateio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Custo = Σ (kWh × tarifa da sessao) + 5%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Fora ponta</a:t>
            </a:r>
            <a:br/>
            <a:r>
              <a:t>1,0 ×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Intermediaria</a:t>
            </a:r>
            <a:br/>
            <a:r>
              <a:t>1,2 ×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47472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Ponta 18h–21h</a:t>
            </a:r>
            <a:br/>
            <a:r>
              <a:t>1,5 ×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881360" cy="2103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Outubro/2026 neste lote: R$ 634,12</a:t>
            </a:r>
            <a:br/>
            <a:r>
              <a:t>302-B (Felipe) vendeu o carro → R$ 0,00. Quem nao usa, nao subsidia.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O prototipo em numeros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Serie reproducivel, semente 42, abr–out/2026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20116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952</a:t>
            </a:r>
            <a:br/>
            <a:r>
              <a:t>sessoes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474720" cy="201168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28.501,4</a:t>
            </a:r>
            <a:br/>
            <a:r>
              <a:t>kWh no semestre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474720" cy="20116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 unidades</a:t>
            </a:r>
            <a:br/>
            <a:r>
              <a:t>0 a 3 carros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1088136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952 sessoes com placa, marca, bateria e autonomia.</a:t>
            </a:r>
            <a:br/>
            <a:r>
              <a:t>Flask na 5050 · logins morador / sindico / administrador.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Consumo do semestre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O dashboard do sindico le esses mesmos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mensal_6m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15600" cy="4870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IA no caminho critico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Nao e chatbot pendurado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2743200" cy="402336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Interpretacao</a:t>
            </a:r>
            <a:br/>
            <a:br/>
            <a:r>
              <a:t>Normal, prolongada</a:t>
            </a:r>
            <a:br/>
            <a:r>
              <a:t>ou baixa eficiencia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20240"/>
            <a:ext cx="2743200" cy="402336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Precificacao</a:t>
            </a:r>
            <a:br/>
            <a:br/>
            <a:r>
              <a:t>Tarifa no fim da</a:t>
            </a:r>
            <a:br/>
            <a:r>
              <a:t>sessao — senao nao ha rateio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920240"/>
            <a:ext cx="2743200" cy="402336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Preditividade</a:t>
            </a:r>
            <a:br/>
            <a:br/>
            <a:r>
              <a:t>Regressao multipla</a:t>
            </a:r>
            <a:br/>
            <a:r>
              <a:t>semanal (Ridge)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920240"/>
            <a:ext cx="2743200" cy="40233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Conversacao</a:t>
            </a:r>
            <a:br/>
            <a:br/>
            <a:r>
              <a:t>Sindico Virtual</a:t>
            </a:r>
            <a:br/>
            <a:r>
              <a:t>OpenAI + RAG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Regressao: OLS vs regularizacao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Alvo = kWh semanal · corte 2026-S32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486400" cy="2103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OLS</a:t>
            </a:r>
            <a:br/>
            <a:r>
              <a:t>R² adj teste 0,76</a:t>
            </a:r>
            <a:br/>
            <a:r>
              <a:t>MAE 37,7 kWh/sem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5120640" cy="21031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Ridge (alpha=8)</a:t>
            </a:r>
            <a:br/>
            <a:r>
              <a:t>R² adj teste 0,77</a:t>
            </a:r>
            <a:br/>
            <a:r>
              <a:t>MAE 36,1 kWh/sem</a:t>
            </a:r>
          </a:p>
        </p:txBody>
      </p:sp>
      <p:pic>
        <p:nvPicPr>
          <p:cNvPr id="6" name="Picture 5" descr="kpis_regre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977639"/>
            <a:ext cx="9144000" cy="4789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Projecao nov/2026 – abr/2027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Frota congelada em 04/10/2026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cao_6m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4955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Rateio do mes na tela do administrador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Mesma formula da Sprint 01, agora com 6 meses atras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tei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5180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Desvios conscientes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Exigencia do edital: justificar no README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72800" cy="960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OCPP real → Modbus simulado (sem HCA G2 no notebook)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39"/>
            <a:ext cx="10972800" cy="960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→ memoria (MVP da Sprint 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0972800" cy="960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EWMA/Prophet → Ridge semanal (R² adj de teste &gt; 70%)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972800" cy="960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Gemini obrigatorio → OpenAI; Gemini e regras como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3557"/>
                </a:solidFill>
              </a:defRPr>
            </a:pPr>
            <a:r>
              <a:t>Rubrica e entrega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O .TXT do FIAP ON so leva o link do GitHub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219456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Logica 0–3,0</a:t>
            </a:r>
            <a:br/>
            <a:r>
              <a:t>Sessao + rateio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743200" cy="219456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IA 0–3,0</a:t>
            </a:r>
            <a:br/>
            <a:r>
              <a:t>4D + Ridge + OpenAI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2743200" cy="219456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Evidencia 0–2,0</a:t>
            </a:r>
            <a:br/>
            <a:r>
              <a:t>JSON, CSV, PNG, telas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2468880" cy="21945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Autoria + README</a:t>
            </a:r>
            <a:br/>
            <a:r>
              <a:t>0–1,0 + 0–1,0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1124712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github.com/marcelobaldin/EV_Challenge_EV_ChargeOps</a:t>
            </a:r>
            <a:br/>
            <a:r>
              <a:t>Pitch presencial obrigatorio. Falta na apresentacao zera o Challenge.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Do RFID ate o item no boleto.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8C8C8"/>
                </a:solidFill>
              </a:defRPr>
            </a:pPr>
            <a:r>
              <a:t>EV ChargeOps — Sprint 02  ·  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